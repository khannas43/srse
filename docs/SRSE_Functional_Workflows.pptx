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BRD: docs/SRSE_BRD.docx | TDD: docs/SRSE_Technical_Design_Document.docx — edit shapes on slides to match programme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lane boxes to add systems (e.g. monitoring, API gateway).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Registration is per table; columns are introspected live on each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does not persist; scenarios snapshot results to DB2.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is pairwise; both scenarios must reference same analytical data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branches validate registered columns and emit parameterised SQL. Two-table match supports INNER/LEFT/RIGHT/FULL and match.sql preview; multi-target stays INNER (N × hub↔target). Join canvas (Phase A) serialises to the same MultiTargetRecordMatchRequest as the form. Suggest-keys: metadata hints; optional probe samples source and scans target. Per-target SQL on stream progress started — not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CONFIGURATION_GUIDE.md for variable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application containers; lakehouse external in client Dev (watsonx.data).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use ORM for analytical set queries; never pull full populations into app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 map under gov.rajasthan.smart.srse.*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version table in SRSE_Technical_Design_Document.docx §4.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pattern for Analysis with RecordMatchService planning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SRSE — Workflows &amp;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Scheme Rule Simulation Engine — SMART Project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Editable slides for BRD (functional) and TDD (architecture / tech stack)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Part A — Functional workflows (BRD)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Business process diagrams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Workflow 1 — System context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Users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63040" y="86868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960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Departmental officer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86868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960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Lakehouse admin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1031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SRSE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205740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4A2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5448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Web UI (Next.js)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05740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4A2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2148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API (Spring Boot)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291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63040" y="324612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DB2 operational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324612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Presto / Iceberg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4805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Identity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443484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5448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RajSewadwar SSO (prod)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4434840"/>
            <a:ext cx="3108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Mock JWT (dev)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417320"/>
            <a:ext cx="0" cy="594360"/>
          </a:xfrm>
          <a:prstGeom prst="line">
            <a:avLst/>
          </a:prstGeom>
          <a:noFill/>
          <a:ln w="1524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2606040"/>
            <a:ext cx="0" cy="594360"/>
          </a:xfrm>
          <a:prstGeom prst="line">
            <a:avLst/>
          </a:prstGeom>
          <a:noFill/>
          <a:ln w="15240">
            <a:solidFill>
              <a:srgbClr val="44444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Workflow 2 — Admin lakehouse setup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143000" y="91440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9875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Authenticate as administrator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41732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43000" y="210312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17627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Browse catalog → schema → table (live cluster)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60604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329184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36499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Register table with Silver/Gold display tag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79476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143000" y="448056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455371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Configure column metadata (name, fuzzy, compare-as)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98348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43000" y="566928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574243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Map catalogue fields to physical columns (LIVE mode)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617220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43000" y="685800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69311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Optional: export JSON configuration backup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736092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43000" y="804672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80160" y="811987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Officers consume registered objects in Rules &amp;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Workflow 3 — Officer rule simulation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143000" y="91440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9875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Sign in (STATE_OFFICER) and open Rules UI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41732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43000" y="210312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17627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Select scheme and build ruleset from flat field catalogue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60604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329184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36499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Adjust thresholds (ranges, IN lists, boolean toggles)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79476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143000" y="448056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455371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Request preview → compile to parameterised Presto 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98348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43000" y="566928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574243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View aggregate count and breakdown (district, gender, age band)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617220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43000" y="685800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69311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Optionally save scenario or request capped cohort sample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Workflow 4 — Scenario compare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143000" y="91440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9875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Load or create baseline scenario for a scheme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41732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43000" y="210312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17627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Change one or more thresholds in Rules UI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60604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329184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36499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Save second scenario with distinct name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79476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143000" y="448056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455371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Invoke compare API with two scenario IDs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98348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43000" y="566928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574243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Review total count delta and breakdown dimension deltas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617220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43000" y="685800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69311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Use outcomes in policy / budget discussion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Workflow 5 — Analysis decision branches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0" y="8686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Configure match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325880"/>
            <a:ext cx="-2651760" cy="50292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Single target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(exact / fuzzy)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0" cy="50292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0" y="18288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Multi-target 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(N × 2-table join)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2651760" cy="50292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0" y="182880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Column groups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COMBINE / ANY_OF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92608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Execute → NDJSON stream → Grid (≤10k) or CSV download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Workflow 6 — Deployment &amp; data modes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143000" y="91440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9875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Configure DATA_MODE=synthetic (laptop) or live (client Dev)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41732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143000" y="210312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217627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Set JDBC URLs for DB2 and Presto in application config / env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60604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43000" y="329184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36499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Deploy frontend + backend containers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79476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143000" y="448056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455371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Verify GET /api/health/planes → operational + analytical 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98348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43000" y="566928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80160" y="574243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Admin completes registration and mappings before officer UAT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6172200"/>
            <a:ext cx="0" cy="54864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43000" y="685800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693115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Switch AUTH_MODE to RajSewadwar for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Part B — Architecture &amp; tech stack (TDD)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Technical design diagrams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Architecture 1 — Logical deployment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(officers)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77440" y="9144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2316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Frontend container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Next.js 16 :3000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0058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Backend container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Spring Boot 3.3 :8080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194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DB2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(operational)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210312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21945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Presto 0.297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(Iceberg)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MinIO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(dev only)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0" y="9144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60920" y="1005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RajSewadwar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SSO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Architecture 2 — Dual data plane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926080" y="77724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26080" y="868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SRSE API + services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Operational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DB2 + JPA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Catalogue, mappings,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scenarios, registry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37760" y="16459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783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Analytical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Presto JDBC + JdbcTemplate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Counts, breakdowns,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Analysis SQL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Architecture 3 — Backend modules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4A2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compiler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97480" y="9144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9748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execution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decision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9144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metadata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scenario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19202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9202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lakehouse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95160" y="19202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security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REST controllers → services above → dual datasource config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Architecture 4 — Technology stack (summary)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8869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777240"/>
            <a:ext cx="6675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48840" y="8869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Next.js 16, React 19, TS, HeroUI, Tailwind 4, Zustand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99032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508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Backend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399032"/>
            <a:ext cx="6675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1508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Java 17, Spring Boot 3.3.4, fat JAR, springdoc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20824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130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Operational 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2020824"/>
            <a:ext cx="6675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21305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DB2, IBM JCC 11.5.8, Spring Data JPA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275234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Analytics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0" y="2642616"/>
            <a:ext cx="6675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48840" y="275234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PrestoDB 0.297, presto-jdbc, Iceberg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64408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3741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Auth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3264408"/>
            <a:ext cx="6675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48840" y="337413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Spring Security, JWT (mock / RajSewadwar)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1463040" cy="502920"/>
          </a:xfrm>
          <a:prstGeom prst="roundRect">
            <a:avLst>
              <a:gd name="adj" fmla="val 9091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39959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Deploy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0" y="3886200"/>
            <a:ext cx="6675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48840" y="39959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Docker Compose, DATA_MODE, AUTH_MODE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Architecture 5 — Rule preview data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554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Rules UI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00200" y="1737360"/>
            <a:ext cx="182880" cy="0"/>
          </a:xfrm>
          <a:prstGeom prst="line">
            <a:avLst/>
          </a:prstGeom>
          <a:noFill/>
          <a:ln w="1524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783080" y="13716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83080" y="1554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Decision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1737360"/>
            <a:ext cx="182880" cy="0"/>
          </a:xfrm>
          <a:prstGeom prst="line">
            <a:avLst/>
          </a:prstGeom>
          <a:noFill/>
          <a:ln w="1524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0" y="13716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F4A2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554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RuleCompiler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182880" cy="0"/>
          </a:xfrm>
          <a:prstGeom prst="line">
            <a:avLst/>
          </a:prstGeom>
          <a:noFill/>
          <a:ln w="1524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17720" y="13716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554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Field resolver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0" y="1737360"/>
            <a:ext cx="182880" cy="0"/>
          </a:xfrm>
          <a:prstGeom prst="line">
            <a:avLst/>
          </a:prstGeom>
          <a:noFill/>
          <a:ln w="1524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0" y="13716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1554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ExecutionService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737360"/>
            <a:ext cx="182880" cy="0"/>
          </a:xfrm>
          <a:prstGeom prst="line">
            <a:avLst/>
          </a:prstGeom>
          <a:noFill/>
          <a:ln w="1524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360" y="1371600"/>
            <a:ext cx="12344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554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Presto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</a:rPr>
              <a:t>Parameterised SQL only — officer values bound via JDBC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SRSE Workflows and Architecture</dc:title>
  <dc:subject>PptxGenJS Presentation</dc:subject>
  <dc:creator>SRSE Programme</dc:creator>
  <cp:lastModifiedBy>SRSE Programme</cp:lastModifiedBy>
  <cp:revision>1</cp:revision>
  <dcterms:created xsi:type="dcterms:W3CDTF">2026-09-21T18:42:27Z</dcterms:created>
  <dcterms:modified xsi:type="dcterms:W3CDTF">2026-09-21T18:42:27Z</dcterms:modified>
</cp:coreProperties>
</file>