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 SRSE is standalone from the citizen portal; first deployment Rajasthan SMART; speaks to policy, finance, and data stewardship audiences.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story: officers interact only with SRSE; heavy analytics stay in lakehouse; configuration is separate and portable; SSO at the 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011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Where SRSE creates value for departments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7899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Independent product for policy design and data confidence — no SQL or IT ticket for every what-if question.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600200"/>
            <a:ext cx="11384280" cy="4526280"/>
          </a:xfrm>
          <a:prstGeom prst="roundRect">
            <a:avLst>
              <a:gd name="adj" fmla="val 1616"/>
            </a:avLst>
          </a:prstGeom>
          <a:solidFill>
            <a:srgbClr val="E8EE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1719072"/>
            <a:ext cx="11384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Potential use cases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33375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2286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Scheme impact before you notify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2715768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Change age, income, or category rules and see how many citizens qualify — with district and demographic breakdowns for cabinet and budget discussions.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51960" y="2148840"/>
            <a:ext cx="33375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16552" y="2286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Compare policy options side by side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16552" y="2715768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Save named scenarios (baseline vs proposal) and show exactly how eligibility shifts — reproducible evidence instead of one-off spreadsheets.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909560" y="2148840"/>
            <a:ext cx="33375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74152" y="2286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Reconcile registers with golden data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074152" y="2715768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Match departmental lists against the golden beneficiary layer — including fuzzy names — to find gaps, duplicates, and migration quality issues at state scale.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3886200"/>
            <a:ext cx="33375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4023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Multi-department hub checks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" y="4453128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Compare one central register to several source systems in one session — ideal when many departments feed one scheme.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51960" y="3886200"/>
            <a:ext cx="33375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16552" y="4023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Governed, privacy-aware insight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416552" y="4453128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Day-to-day use shows totals and breakdowns only; small capped samples when you need to sanity-check who is selected — not full population extracts.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909560" y="3886200"/>
            <a:ext cx="33375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74152" y="4023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Faster cycles, less ad-hoc IT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074152" y="4453128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Officers iterate in the browser; data teams register tables once. Configuration can be backed up and restored as JSON across environments.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Also: join canvas (multi-target), two-table join types, SRSE_ADMIN vs officer roles, layer-filtered lakehouse pickers.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</a:rPr>
              <a:t>SRSE — Scheme Rule Simulation Engine · standalone from the citizen portal · first deployed under Rajasthan SMART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011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SRSE fits your enterprise —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2148840" cy="4892040"/>
          </a:xfrm>
          <a:prstGeom prst="roundRect">
            <a:avLst>
              <a:gd name="adj" fmla="val 3404"/>
            </a:avLst>
          </a:prstGeom>
          <a:solidFill>
            <a:srgbClr val="E8EE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35331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People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93852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Scheme officers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2402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Rules &amp; scenarios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89864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Data stewards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2004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Register tables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85876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Leadership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41605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Evidence for decisions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880360" y="1417320"/>
            <a:ext cx="3977640" cy="452628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 w="3175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80360" y="160020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</a:rPr>
              <a:t>SRSE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3063240" y="205740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Scheme Rule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Simulation Engine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154680" y="2788920"/>
            <a:ext cx="3429000" cy="594360"/>
          </a:xfrm>
          <a:prstGeom prst="roundRect">
            <a:avLst>
              <a:gd name="adj" fmla="val 7692"/>
            </a:avLst>
          </a:prstGeom>
          <a:solidFill>
            <a:srgbClr val="0F1729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46120" y="286207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Rules simulation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246120" y="3099816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Who qualifies? Counts &amp; breakdowns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54680" y="3520440"/>
            <a:ext cx="3429000" cy="594360"/>
          </a:xfrm>
          <a:prstGeom prst="roundRect">
            <a:avLst>
              <a:gd name="adj" fmla="val 7692"/>
            </a:avLst>
          </a:prstGeom>
          <a:solidFill>
            <a:srgbClr val="0F1729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46120" y="359359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Analysis matching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246120" y="3831336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Do two datasets align?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54680" y="4251960"/>
            <a:ext cx="3429000" cy="594360"/>
          </a:xfrm>
          <a:prstGeom prst="roundRect">
            <a:avLst>
              <a:gd name="adj" fmla="val 7692"/>
            </a:avLst>
          </a:prstGeom>
          <a:solidFill>
            <a:srgbClr val="0F1729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246120" y="432511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</a:rPr>
              <a:t>Admin &amp; backup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246120" y="4562856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Governed tables &amp; JSON config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3063240" y="507492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Web app + secure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(standalone product)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78040" y="1234440"/>
            <a:ext cx="4572000" cy="4892040"/>
          </a:xfrm>
          <a:prstGeom prst="roundRect">
            <a:avLst>
              <a:gd name="adj" fmla="val 1600"/>
            </a:avLst>
          </a:prstGeom>
          <a:solidFill>
            <a:srgbClr val="E8EE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78040" y="13533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Enterprise data platform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52360" y="18745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43800" y="2011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Lakehouse — beneficiary &amp; scheme data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543800" y="23317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Silver · Gold · Iceberg tables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Large-scale counts &amp; matching run here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52360" y="33375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543800" y="3474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SRSE configuration store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543800" y="37947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Scenarios · field mappings · table registry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452360" y="4617720"/>
            <a:ext cx="402336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543800" y="4800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Organisation SSO — authorised access only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606040" y="3200400"/>
            <a:ext cx="22860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903720" y="3200400"/>
            <a:ext cx="22860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303520" y="4892040"/>
            <a:ext cx="0" cy="50292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464040" y="3108960"/>
            <a:ext cx="0" cy="86868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502920" y="62636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</a:rPr>
              <a:t>SRSE never replaces your lakehouse — it adds a governed layer for policy simulation and reconciliation on top of data you already trust.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SRSE — Business Overview</dc:title>
  <dc:subject>PptxGenJS Presentation</dc:subject>
  <dc:creator>SRSE Programme</dc:creator>
  <cp:lastModifiedBy>SRSE Programme</cp:lastModifiedBy>
  <cp:revision>1</cp:revision>
  <dcterms:created xsi:type="dcterms:W3CDTF">2026-09-21T18:42:27Z</dcterms:created>
  <dcterms:modified xsi:type="dcterms:W3CDTF">2026-09-21T18:42:27Z</dcterms:modified>
</cp:coreProperties>
</file>